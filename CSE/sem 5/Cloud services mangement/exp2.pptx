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E1D3-AFDC-AF60-1BF5-584C6FCA4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6E169-3D73-D2E0-DA62-B1395EBB9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CF563-7642-AE2C-ADA0-318AB369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CF990-6A8E-A28F-F4B3-E336F8BF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8348A-787E-AFF1-CBA2-A7D62FEE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84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C4BE-A010-D070-4C6A-6B2D126C6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8429-D9AF-9028-6B7F-9281CF608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8C87D-3BF0-42B3-6353-86A7EADD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A3236-BCBB-69E0-2658-A99D9439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95774-ACD4-428E-42D1-FD28FCE1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85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85F94-46B1-1E7B-21CE-187B7A8D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6EB7A-05BE-C684-F442-98473CBB2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0D23D-8823-AE93-BD1B-2CEC499FA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CA86E-142B-3708-7736-ECB34EB0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A8572-1AA4-9A62-F491-BF6F7CFD0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35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16EBB-B415-4815-161B-C08CB8BE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C28E0-B8D8-3DA1-F438-8F001D1604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C2B11-9AA3-4C4C-32DF-9AFA404DF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2AAF5-CE3A-B385-A879-BD880AC1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835FB-9CA0-5077-04D4-04B940D3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7FA5D-5EB9-06DE-D14B-46CA13D7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196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EAA2-4ED6-7BF6-779E-790B64C8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99305-4197-C540-BED2-0E1EE7749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E6B8D-712C-322C-6950-E82D0A32E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8D2ED-15D9-58A0-833D-3CC3EDB64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BEA67-8CA9-F21B-BEF5-0301247B8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1A8C6-4D8E-CF4D-D622-858B446F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175BF-951C-CD95-BD23-1A2E1BB1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CD2E1-A1F9-360B-6C15-D9F52063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94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55653-E33F-A50C-630C-5F72F022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A9B0E-F4FC-43E9-6721-48C3DE3D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3074D-0155-68B4-BC37-198AB0050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C2B50-120B-6690-B915-33F1B444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51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34066-51BD-7C5A-AE95-CD5C5A97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BB90A-D27D-CC89-9253-93F9D3CD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F4C9-E105-2ADC-E37C-56176C6B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28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F15D-C837-816D-B750-205418362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6CDB6-3496-4F91-0536-F6AA7CA94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FA63F-6EBE-BC94-B8A2-0E20C9FA1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E017B-AA92-392C-BBBE-908F5909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4A06B-E7F0-A2CB-CB91-6F8C8598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538A3-81A9-927E-DA3F-7802AD60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89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F267-10E8-2713-685B-4C125984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4D191-E06D-E686-D510-7AF4E39C9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D0DA8-BEDD-0185-EBFA-B4E3CCFC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88C17-86ED-E937-17B7-12CE3119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B7733-14AE-B61C-1A40-2D6690F6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3E4EB-AFEA-00BC-D460-A435624B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14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2F97-3AE8-651B-0AB9-D4E78324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1198C-CA30-91BA-E4A0-8E46773FD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D8812-B8EB-8179-DE8E-FE9E4313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BFA68-8035-11BE-F782-46177BC8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F70B3-5256-233D-F408-8AC5D07F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67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DF579F-8DCF-5FA2-8864-CC5D8F68F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4277C-7D4F-CD4F-15A0-DBE9C650E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795E2-7BBC-2F40-A6F9-79EBBC9F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2E524-D2A4-6885-83D3-0BF84C28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8179D-3A7E-A41C-BF18-349F834C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3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AA28E-66C7-58FF-61A4-A2DC1837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F5765-124A-9BCE-2A83-D10179C6D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0BDD3-38E1-42A9-0E21-DADB477F7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F682C-E2D9-425A-965D-AF7188DD127F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66C24-A5FE-D501-A445-8018B90CF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82B59-FEB1-C0B8-C037-87FAB4F7B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7E20D-C70F-4AEB-9359-1244C3A86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47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F473-7F85-8993-CC3F-A59EDED7C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Find a procedure to transfer the files from one virtual machine to another virtual machine on AWS.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EC613-F6DA-712C-2BEB-55BEBE184F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accent5">
                    <a:lumMod val="50000"/>
                  </a:schemeClr>
                </a:solidFill>
              </a:rPr>
              <a:t>Lab Exp. No - 2</a:t>
            </a:r>
            <a:endParaRPr lang="en-IN" sz="4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139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F3C3-59F1-2838-3B10-969C9801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B91B0-DCD6-72DA-8842-4F5D2A0DA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running source VM on AWS </a:t>
            </a:r>
          </a:p>
          <a:p>
            <a:r>
              <a:rPr lang="en-US" dirty="0"/>
              <a:t>A running destination VM on AWS</a:t>
            </a:r>
          </a:p>
          <a:p>
            <a:r>
              <a:rPr lang="en-US" dirty="0"/>
              <a:t>A SSH key-pair file shared by both the VMs (imp.)</a:t>
            </a:r>
          </a:p>
          <a:p>
            <a:r>
              <a:rPr lang="en-US" dirty="0"/>
              <a:t>A local machine</a:t>
            </a:r>
          </a:p>
          <a:p>
            <a:r>
              <a:rPr lang="en-US" dirty="0"/>
              <a:t>Secure copy from source to destination VM using </a:t>
            </a:r>
            <a:r>
              <a:rPr lang="en-US" b="1" dirty="0" err="1">
                <a:solidFill>
                  <a:srgbClr val="FF0000"/>
                </a:solidFill>
              </a:rPr>
              <a:t>scp</a:t>
            </a:r>
            <a:r>
              <a:rPr lang="en-US" dirty="0"/>
              <a:t> command</a:t>
            </a:r>
          </a:p>
          <a:p>
            <a:r>
              <a:rPr lang="en-US" dirty="0"/>
              <a:t>SSH port 22 active on both VMs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60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C6253-3979-1480-42AF-248C3D633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/>
              <a:t>Procedure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2F40F-619F-DAD4-556B-B9C4F1461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0515600" cy="5495927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Open terminal on local machine (use </a:t>
            </a:r>
            <a:r>
              <a:rPr lang="en-US" dirty="0" err="1"/>
              <a:t>Powershell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SSH in source VM (</a:t>
            </a:r>
            <a:r>
              <a:rPr lang="pl-PL" i="1" dirty="0">
                <a:solidFill>
                  <a:srgbClr val="C00000"/>
                </a:solidFill>
              </a:rPr>
              <a:t>ssh</a:t>
            </a:r>
            <a:r>
              <a:rPr lang="pl-PL" i="1" dirty="0"/>
              <a:t> -i </a:t>
            </a:r>
            <a:r>
              <a:rPr lang="pl-PL" b="1" i="1" dirty="0">
                <a:solidFill>
                  <a:schemeClr val="accent2">
                    <a:lumMod val="50000"/>
                  </a:schemeClr>
                </a:solidFill>
              </a:rPr>
              <a:t>my-key.pem </a:t>
            </a:r>
            <a:r>
              <a:rPr lang="pl-PL" i="1" dirty="0">
                <a:solidFill>
                  <a:schemeClr val="accent6">
                    <a:lumMod val="50000"/>
                  </a:schemeClr>
                </a:solidFill>
              </a:rPr>
              <a:t>ubuntu</a:t>
            </a:r>
            <a:r>
              <a:rPr lang="pl-PL" i="1" dirty="0"/>
              <a:t>@</a:t>
            </a:r>
            <a:r>
              <a:rPr lang="en-US" i="1" dirty="0"/>
              <a:t>&lt;</a:t>
            </a:r>
            <a:r>
              <a:rPr lang="en-US" i="1" dirty="0">
                <a:solidFill>
                  <a:srgbClr val="0070C0"/>
                </a:solidFill>
              </a:rPr>
              <a:t>public-</a:t>
            </a:r>
            <a:r>
              <a:rPr lang="en-US" i="1" dirty="0" err="1">
                <a:solidFill>
                  <a:srgbClr val="0070C0"/>
                </a:solidFill>
              </a:rPr>
              <a:t>IPaddress</a:t>
            </a:r>
            <a:r>
              <a:rPr lang="en-US" i="1" dirty="0">
                <a:solidFill>
                  <a:srgbClr val="0070C0"/>
                </a:solidFill>
              </a:rPr>
              <a:t>-</a:t>
            </a:r>
            <a:r>
              <a:rPr lang="en-US" i="1" dirty="0" err="1">
                <a:solidFill>
                  <a:srgbClr val="0070C0"/>
                </a:solidFill>
              </a:rPr>
              <a:t>sourceVM</a:t>
            </a:r>
            <a:r>
              <a:rPr lang="en-US" dirty="0"/>
              <a:t>&gt;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Copy key-pair file from local m/c to source VM (</a:t>
            </a:r>
            <a:r>
              <a:rPr lang="en-IN" i="1" dirty="0" err="1">
                <a:solidFill>
                  <a:srgbClr val="C00000"/>
                </a:solidFill>
              </a:rPr>
              <a:t>scp</a:t>
            </a:r>
            <a:r>
              <a:rPr lang="en-IN" i="1" dirty="0">
                <a:solidFill>
                  <a:srgbClr val="C00000"/>
                </a:solidFill>
              </a:rPr>
              <a:t> -</a:t>
            </a:r>
            <a:r>
              <a:rPr lang="en-IN" i="1" dirty="0" err="1">
                <a:solidFill>
                  <a:srgbClr val="C00000"/>
                </a:solidFill>
              </a:rPr>
              <a:t>i</a:t>
            </a:r>
            <a:r>
              <a:rPr lang="en-IN" i="1" dirty="0">
                <a:solidFill>
                  <a:srgbClr val="C00000"/>
                </a:solidFill>
              </a:rPr>
              <a:t> demo-</a:t>
            </a:r>
            <a:r>
              <a:rPr lang="en-IN" i="1" dirty="0" err="1">
                <a:solidFill>
                  <a:srgbClr val="C00000"/>
                </a:solidFill>
              </a:rPr>
              <a:t>key.pem</a:t>
            </a:r>
            <a:r>
              <a:rPr lang="en-IN" i="1" dirty="0">
                <a:solidFill>
                  <a:srgbClr val="C00000"/>
                </a:solidFill>
              </a:rPr>
              <a:t> demo-</a:t>
            </a:r>
            <a:r>
              <a:rPr lang="en-IN" i="1" dirty="0" err="1">
                <a:solidFill>
                  <a:srgbClr val="C00000"/>
                </a:solidFill>
              </a:rPr>
              <a:t>key.pem</a:t>
            </a:r>
            <a:r>
              <a:rPr lang="en-IN" i="1" dirty="0">
                <a:solidFill>
                  <a:srgbClr val="C00000"/>
                </a:solidFill>
              </a:rPr>
              <a:t> ubuntu@&lt;</a:t>
            </a:r>
            <a:r>
              <a:rPr lang="en-IN" i="1" dirty="0" err="1">
                <a:solidFill>
                  <a:srgbClr val="C00000"/>
                </a:solidFill>
              </a:rPr>
              <a:t>sourceVM-ipaddress</a:t>
            </a:r>
            <a:r>
              <a:rPr lang="en-IN" i="1" dirty="0">
                <a:solidFill>
                  <a:srgbClr val="C00000"/>
                </a:solidFill>
              </a:rPr>
              <a:t>&gt;:/home/ubuntu</a:t>
            </a:r>
            <a:r>
              <a:rPr lang="en-I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Create a text file on source VM (</a:t>
            </a:r>
            <a:r>
              <a:rPr lang="en-IN" i="1" dirty="0">
                <a:solidFill>
                  <a:srgbClr val="C00000"/>
                </a:solidFill>
              </a:rPr>
              <a:t>nano myfile.txt</a:t>
            </a:r>
            <a:r>
              <a:rPr lang="en-I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Copy text file from source VM to destination VM (</a:t>
            </a:r>
            <a:r>
              <a:rPr lang="en-IN" i="1" dirty="0" err="1">
                <a:solidFill>
                  <a:srgbClr val="C00000"/>
                </a:solidFill>
              </a:rPr>
              <a:t>scp</a:t>
            </a:r>
            <a:r>
              <a:rPr lang="en-IN" i="1" dirty="0">
                <a:solidFill>
                  <a:srgbClr val="C00000"/>
                </a:solidFill>
              </a:rPr>
              <a:t> -</a:t>
            </a:r>
            <a:r>
              <a:rPr lang="en-IN" i="1" dirty="0" err="1">
                <a:solidFill>
                  <a:srgbClr val="C00000"/>
                </a:solidFill>
              </a:rPr>
              <a:t>i</a:t>
            </a:r>
            <a:r>
              <a:rPr lang="en-IN" i="1" dirty="0">
                <a:solidFill>
                  <a:srgbClr val="C00000"/>
                </a:solidFill>
              </a:rPr>
              <a:t> demo-</a:t>
            </a:r>
            <a:r>
              <a:rPr lang="en-IN" i="1" dirty="0" err="1">
                <a:solidFill>
                  <a:srgbClr val="C00000"/>
                </a:solidFill>
              </a:rPr>
              <a:t>key.pem</a:t>
            </a:r>
            <a:r>
              <a:rPr lang="en-IN" i="1" dirty="0">
                <a:solidFill>
                  <a:srgbClr val="C00000"/>
                </a:solidFill>
              </a:rPr>
              <a:t> myfile.txt ubuntu@&lt;</a:t>
            </a:r>
            <a:r>
              <a:rPr lang="en-IN" i="1" dirty="0" err="1">
                <a:solidFill>
                  <a:srgbClr val="C00000"/>
                </a:solidFill>
              </a:rPr>
              <a:t>destVM-ipaddress</a:t>
            </a:r>
            <a:r>
              <a:rPr lang="en-IN" i="1" dirty="0">
                <a:solidFill>
                  <a:srgbClr val="C00000"/>
                </a:solidFill>
              </a:rPr>
              <a:t>&gt;:/home/ubuntu</a:t>
            </a:r>
            <a:r>
              <a:rPr lang="en-I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SSH into destination VM from local m/c (</a:t>
            </a:r>
            <a:r>
              <a:rPr lang="en-IN" i="1" dirty="0">
                <a:solidFill>
                  <a:srgbClr val="C00000"/>
                </a:solidFill>
              </a:rPr>
              <a:t>ssh -</a:t>
            </a:r>
            <a:r>
              <a:rPr lang="en-IN" i="1" dirty="0" err="1">
                <a:solidFill>
                  <a:srgbClr val="C00000"/>
                </a:solidFill>
              </a:rPr>
              <a:t>i</a:t>
            </a:r>
            <a:r>
              <a:rPr lang="en-IN" i="1" dirty="0">
                <a:solidFill>
                  <a:srgbClr val="C00000"/>
                </a:solidFill>
              </a:rPr>
              <a:t> demo-</a:t>
            </a:r>
            <a:r>
              <a:rPr lang="en-IN" i="1" dirty="0" err="1">
                <a:solidFill>
                  <a:srgbClr val="C00000"/>
                </a:solidFill>
              </a:rPr>
              <a:t>key.pem</a:t>
            </a:r>
            <a:r>
              <a:rPr lang="en-IN" i="1" dirty="0">
                <a:solidFill>
                  <a:srgbClr val="C00000"/>
                </a:solidFill>
              </a:rPr>
              <a:t> ubuntu@&lt;</a:t>
            </a:r>
            <a:r>
              <a:rPr lang="en-IN" i="1" dirty="0" err="1">
                <a:solidFill>
                  <a:srgbClr val="C00000"/>
                </a:solidFill>
              </a:rPr>
              <a:t>destVM-ipaddress</a:t>
            </a:r>
            <a:r>
              <a:rPr lang="en-IN" i="1" dirty="0">
                <a:solidFill>
                  <a:srgbClr val="C00000"/>
                </a:solidFill>
              </a:rPr>
              <a:t>&gt;</a:t>
            </a:r>
            <a:r>
              <a:rPr lang="en-I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Verify text file on destination VM (</a:t>
            </a:r>
            <a:r>
              <a:rPr lang="en-IN" i="1" dirty="0" err="1">
                <a:solidFill>
                  <a:srgbClr val="C00000"/>
                </a:solidFill>
              </a:rPr>
              <a:t>pwd</a:t>
            </a:r>
            <a:r>
              <a:rPr lang="en-IN" i="1" dirty="0">
                <a:solidFill>
                  <a:srgbClr val="C00000"/>
                </a:solidFill>
              </a:rPr>
              <a:t>, </a:t>
            </a:r>
            <a:r>
              <a:rPr lang="en-IN" i="1" dirty="0" err="1">
                <a:solidFill>
                  <a:srgbClr val="C00000"/>
                </a:solidFill>
              </a:rPr>
              <a:t>dir</a:t>
            </a:r>
            <a:r>
              <a:rPr lang="en-IN" i="1" dirty="0">
                <a:solidFill>
                  <a:srgbClr val="C00000"/>
                </a:solidFill>
              </a:rPr>
              <a:t>, cat</a:t>
            </a:r>
            <a:r>
              <a:rPr lang="en-I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Logout from both the VMs and terminate them in EC2 console.</a:t>
            </a:r>
          </a:p>
        </p:txBody>
      </p:sp>
    </p:spTree>
    <p:extLst>
      <p:ext uri="{BB962C8B-B14F-4D97-AF65-F5344CB8AC3E}">
        <p14:creationId xmlns:p14="http://schemas.microsoft.com/office/powerpoint/2010/main" val="4208522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E79D-05CC-EC8C-B4D2-A451F9D6B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4816E-E754-526F-108D-D1C484A37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pwd</a:t>
            </a:r>
            <a:r>
              <a:rPr lang="en-US" dirty="0"/>
              <a:t>- present working directory</a:t>
            </a:r>
          </a:p>
          <a:p>
            <a:r>
              <a:rPr lang="en-US" dirty="0"/>
              <a:t>ls- list</a:t>
            </a:r>
          </a:p>
          <a:p>
            <a:r>
              <a:rPr lang="en-US" dirty="0" err="1"/>
              <a:t>scp</a:t>
            </a:r>
            <a:r>
              <a:rPr lang="en-US" dirty="0"/>
              <a:t>- secure copy</a:t>
            </a:r>
          </a:p>
          <a:p>
            <a:r>
              <a:rPr lang="en-US" dirty="0"/>
              <a:t>ssh- secure socket shell</a:t>
            </a:r>
          </a:p>
          <a:p>
            <a:r>
              <a:rPr lang="en-US" dirty="0"/>
              <a:t>nano- ubuntu text editor  </a:t>
            </a:r>
          </a:p>
          <a:p>
            <a:r>
              <a:rPr lang="en-US" dirty="0"/>
              <a:t>cat- displays the file contents</a:t>
            </a:r>
          </a:p>
          <a:p>
            <a:r>
              <a:rPr lang="en-US" dirty="0" err="1"/>
              <a:t>dir</a:t>
            </a:r>
            <a:r>
              <a:rPr lang="en-US" dirty="0"/>
              <a:t>- shows all the directories</a:t>
            </a:r>
          </a:p>
          <a:p>
            <a:r>
              <a:rPr lang="en-US" dirty="0" err="1"/>
              <a:t>chmod</a:t>
            </a:r>
            <a:r>
              <a:rPr lang="en-US" dirty="0"/>
              <a:t>- changes file permission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16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5F21-504D-0586-A772-1280A20A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Session Code-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Bounce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6BF09C-4F13-ABFA-37FE-52CEFC2A8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701" y="1690688"/>
            <a:ext cx="5032375" cy="5032375"/>
          </a:xfrm>
        </p:spPr>
      </p:pic>
    </p:spTree>
    <p:extLst>
      <p:ext uri="{BB962C8B-B14F-4D97-AF65-F5344CB8AC3E}">
        <p14:creationId xmlns:p14="http://schemas.microsoft.com/office/powerpoint/2010/main" val="8596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247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Find a procedure to transfer the files from one virtual machine to another virtual machine on AWS.</vt:lpstr>
      <vt:lpstr>What we need-</vt:lpstr>
      <vt:lpstr>Procedure</vt:lpstr>
      <vt:lpstr>Commands used</vt:lpstr>
      <vt:lpstr>Session Code- Bounce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Swati Saxena</dc:creator>
  <cp:lastModifiedBy>Dr. Swati Saxena</cp:lastModifiedBy>
  <cp:revision>5</cp:revision>
  <dcterms:created xsi:type="dcterms:W3CDTF">2025-07-28T14:43:10Z</dcterms:created>
  <dcterms:modified xsi:type="dcterms:W3CDTF">2025-07-29T04:12:19Z</dcterms:modified>
</cp:coreProperties>
</file>